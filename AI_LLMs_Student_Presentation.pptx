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custom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custom-properties" Target="docProps/app.xml"/>
</Relationships>
</file>

<file path=ppt/presentation.xml><?xml version="1.0" encoding="utf-8"?>
<p:presentation xmlns:p="http://schemas.openxmlformats.org/presentationml/2006/main" xmlns:r="http://schemas.openxmlformats.org/officeDocument/2006/relationships" xmlns:rel="http://schemas.openxmlformats.org/package/2006/relationships"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Layout" Target="slideLayouts/slideLayout1.xml"/>
<Relationship Id="rId2" Type="http://schemas.openxmlformats.org/officeDocument/2006/relationships/theme" Target="theme/theme1.xml"/>
<Relationship Id="rId3" Type="http://schemas.openxmlformats.org/officeDocument/2006/relationships/slide" Target="slides/slide1.xml"/>
<Relationship Id="rId4" Type="http://schemas.openxmlformats.org/officeDocument/2006/relationships/slide" Target="slides/slide2.xml"/>
<Relationship Id="rId5" Type="http://schemas.openxmlformats.org/officeDocument/2006/relationships/slide" Target="slides/slide3.xml"/>
<Relationship Id="rId6" Type="http://schemas.openxmlformats.org/officeDocument/2006/relationships/slide" Target="slides/slide4.xml"/>
<Relationship Id="rId7" Type="http://schemas.openxmlformats.org/officeDocument/2006/relationships/slide" Target="slides/slide5.xml"/>
<Relationship Id="rId8" Type="http://schemas.openxmlformats.org/officeDocument/2006/relationships/slide" Target="slides/slide6.xml"/>
<Relationship Id="rId9" Type="http://schemas.openxmlformats.org/officeDocument/2006/relationships/slide" Target="slides/slide7.xml"/>
<Relationship Id="rId10" Type="http://schemas.openxmlformats.org/officeDocument/2006/relationships/slide" Target="slides/slide8.xml"/>
<Relationship Id="rId11" Type="http://schemas.openxmlformats.org/officeDocument/2006/relationships/slide" Target="slides/slide9.xml"/>
<Relationship Id="rId12" Type="http://schemas.openxmlformats.org/officeDocument/2006/relationships/slide" Target="slides/slide10.xml"/>
<Relationship Id="rId13" Type="http://schemas.openxmlformats.org/officeDocument/2006/relationships/slide" Target="slides/slide11.xml"/>
</Relationships>
</file>

<file path=ppt/slideLayouts/slideLayout1.xml><?xml version="1.0" encoding="UTF-8" standalone="yes"?>
<p:sldLayout xmlns:p="http://schemas.openxmlformats.org/presentationml/2006/main" xmlns:r="http://schemas.openxmlformats.org/officeDocument/2006/relationships" type="blank">
<p:cSld><p:bg><p:bgPr><a:xfrm xmlns:a="http://schemas.openxmlformats.org/drawingml/2006/main"><a:off x="0" y="0"/><a:ext cx="9144000" cy="6858000"/></a:xfrm><a:prstFill><a:schemeClr val="bg1"/></a:prstFill><a:effectLst/></p:bgPr></p:bg><p:spTree><p:nvGrpSpPr><p:cNvPr id="1" name=""/><p:cNvGrpSpPr/><p:nvPr/></p:nvGrpSpPr><p:grpSpPr><a:xfrm xmlns:a="http://schemas.openxmlformats.org/drawingml/2006/main"><a:off x="0" y="0"/><a:ext cx="9144000" cy="6858000"/><a:chOff x="0" y="0"/><a:chExt cx="9144000" cy="6858000"/></a:xfrm></p:grpSpPr></p:spTree></p:cSld>
<p:clrMapOvr><a:masterClrMapping xmlns:a="http://schemas.openxmlformats.org/drawingml/2006/main"/></p:clrMapOvr>
</p:sldLayout>
</file>

<file path=ppt/slideMasters/slideMaster1.xml><?xml version="1.0" encoding="UTF-8" standalone="yes"?>
<p:sldMaster xmlns:p="http://schemas.openxmlformats.org/presentationml/2006/main" xmlns:r="http://schemas.openxmlformats.org/officeDocument/2006/relationships">
<p:cSld><p:bg><p:bgPr><a:xfrm xmlns:a="http://schemas.openxmlformats.org/drawingml/2006/main"><a:off x="0" y="0"/><a:ext cx="9144000" cy="6858000"/></a:xfrm><a:prstFill><a:schemeClr val="bg1"/></a:prstFill><a:effectLst/></p:bgPr></p:bg><p:spTree><p:nvGrpSpPr><p:cNvPr id="1" name=""/><p:cNvGrpSpPr/><p:nvPr/></p:nvGrpSpPr><p:grpSpPr><a:xfrm xmlns:a="http://schemas.openxmlformats.org/drawingml/2006/main"><a:off x="0" y="0"/><a:ext cx="9144000" cy="6858000"/><a:chOff x="0" y="0"/><a:chExt cx="9144000" cy="6858000"/></a:xfrm></p:grpSpPr></p:spTree></p:cSld>
<p:clrMapOvr><a:masterClrMapping xmlns:a="http://schemas.openxmlformats.org/drawingml/2006/main"/></p:clrMapOvr>
</p:sldMaster>
</file>

<file path=ppt/slides/slide1.xml><?xml version="1.0" encoding="UTF-8" standalone="yes"?>
<p:sld xmlns:p="http://schemas.openxmlformats.org/presentationml/2006/main" xmlns:r="http://schemas.openxmlformats.org/officeDocument/2006/relationships">
<p:cSld>
<p:bg>
<p:bgPr><a:xfrm xmlns:a="http://schemas.openxmlformats.org/drawingml/2006/main"><a:off x="0" y="0"/><a:ext cx="9144000" cy="6858000"/></a:xfrm><a:prstFill><a:schemeClr val="bg1"/></a:prstFill><a:effectLst/></p:bgPr>
</p:bg>
<p:spTree>
<p:nvGrpSpPr><p:cNvPr id="1" name="Group 1"/><p:cNvGrpSpPr/><p:nvPr/></p:nvGrpSpPr>
<p:grpSpPr><a:xfrm xmlns:a="http://schemas.openxmlformats.org/drawingml/2006/main"><a:off x="0" y="0"/><a:ext cx="9144000" cy="6858000"/><a:chOff x="0" y="0"/><a:chExt cx="9144000" cy="6858000"/></a:xfrm></p:grpSpPr>
<p:sp>
<p:nvSpPr><p:cNvPr id="2" name="Title"/><p:cNvSpPr><a:spLocks noGrp="1" xmlns:a="http://schemas.openxmlformats.org/drawingml/2006/main"/></p:cNvSpPr><p:nvPr/></p:nvSpPr>
<p:spPr><a:xfrm xmlns:a="http://schemas.openxmlformats.org/drawingml/2006/main"><a:off x="457200" y="457200"/><a:ext cx="8229600" cy="943200"/></a:xfrm><a:prstGeom prst="rect"><a:avLst/></a:prstGeom><a:noFill/></p:spPr>
<p:txBody><a:bodyPr xmlns:a="http://schemas.openxmlformats.org/drawingml/2006/main" anchor="ctr"/><a:lstStyle/><a:p><a:r><a:rPr lang="en-US" sz="4400" dirty="0"/><a:t>Slide 1: AI LLMs Presentation</a:t></a:r></a:p></p:txBody>
</p:sp>
<p:sp>
<p:nvSpPr><p:cNvPr id="3" name="Content"/><p:cNvSpPr><a:spLocks noGrp="1" xmlns:a="http://schemas.openxmlformats.org/drawingml/2006/main"/></p:cNvSpPr><p:nvPr/></p:nvSpPr>
<p:spPr><a:xfrm xmlns:a="http://schemas.openxmlformats.org/drawingml/2006/main"><a:off x="457200" y="1400400"/><a:ext cx="8229600" cy="5057400"/></a:xfrm><a:prstGeom prst="rect"><a:avLst/></a:prstGeom><a:noFill/></p:spPr>
<p:txBody><a:bodyPr xmlns:a="http://schemas.openxmlformats.org/drawingml/2006/main" anchor="t" wrap="square"/><a:lstStyle/><a:p><a:r><a:rPr lang="en-US" sz="2800" dirty="0"/><a:t> Slide 1 of 12   Understanding LLMs  From Base Models to Frontier AI  Your journey into Large Language Models starts here  </a:t></a:r></a:p></p:txBody>
</p:sp>
</p:spTree>
</p:cSld>
<p:clrMapOvr><a:masterClrMapping xmlns:a="http://schemas.openxmlformats.org/drawingml/2006/main"/></p:clrMapOvr>
</p:sld>
</file>

<file path=ppt/slides/slide2.xml><?xml version="1.0" encoding="UTF-8" standalone="yes"?>
<p:sld xmlns:p="http://schemas.openxmlformats.org/presentationml/2006/main" xmlns:r="http://schemas.openxmlformats.org/officeDocument/2006/relationships">
<p:cSld>
<p:bg>
<p:bgPr><a:xfrm xmlns:a="http://schemas.openxmlformats.org/drawingml/2006/main"><a:off x="0" y="0"/><a:ext cx="9144000" cy="6858000"/></a:xfrm><a:prstFill><a:schemeClr val="bg1"/></a:prstFill><a:effectLst/></p:bgPr>
</p:bg>
<p:spTree>
<p:nvGrpSpPr><p:cNvPr id="1" name="Group 1"/><p:cNvGrpSpPr/><p:nvPr/></p:nvGrpSpPr>
<p:grpSpPr><a:xfrm xmlns:a="http://schemas.openxmlformats.org/drawingml/2006/main"><a:off x="0" y="0"/><a:ext cx="9144000" cy="6858000"/><a:chOff x="0" y="0"/><a:chExt cx="9144000" cy="6858000"/></a:xfrm></p:grpSpPr>
<p:sp>
<p:nvSpPr><p:cNvPr id="2" name="Title"/><p:cNvSpPr><a:spLocks noGrp="1" xmlns:a="http://schemas.openxmlformats.org/drawingml/2006/main"/></p:cNvSpPr><p:nvPr/></p:nvSpPr>
<p:spPr><a:xfrm xmlns:a="http://schemas.openxmlformats.org/drawingml/2006/main"><a:off x="457200" y="457200"/><a:ext cx="8229600" cy="943200"/></a:xfrm><a:prstGeom prst="rect"><a:avLst/></a:prstGeom><a:noFill/></p:spPr>
<p:txBody><a:bodyPr xmlns:a="http://schemas.openxmlformats.org/drawingml/2006/main" anchor="ctr"/><a:lstStyle/><a:p><a:r><a:rPr lang="en-US" sz="4400" dirty="0"/><a:t>Slide 2: AI LLMs Presentation</a:t></a:r></a:p></p:txBody>
</p:sp>
<p:sp>
<p:nvSpPr><p:cNvPr id="3" name="Content"/><p:cNvSpPr><a:spLocks noGrp="1" xmlns:a="http://schemas.openxmlformats.org/drawingml/2006/main"/></p:cNvSpPr><p:nvPr/></p:nvSpPr>
<p:spPr><a:xfrm xmlns:a="http://schemas.openxmlformats.org/drawingml/2006/main"><a:off x="457200" y="1400400"/><a:ext cx="8229600" cy="5057400"/></a:xfrm><a:prstGeom prst="rect"><a:avLst/></a:prstGeom><a:noFill/></p:spPr>
<p:txBody><a:bodyPr xmlns:a="http://schemas.openxmlformats.org/drawingml/2006/main" anchor="t" wrap="square"/><a:lstStyle/><a:p><a:r><a:rPr lang="en-US" sz="2800" dirty="0"/><a:t> Slide 2 of 12   LLMs Come in 3 Flavors  Think of these as three different versions of the same core technology, each optimized for different jobs:    🧩 Base Model  Raw model trained on massive text d</a:t></a:r></a:p></p:txBody>
</p:sp>
</p:spTree>
</p:cSld>
<p:clrMapOvr><a:masterClrMapping xmlns:a="http://schemas.openxmlformats.org/drawingml/2006/main"/></p:clrMapOvr>
</p:sld>
</file>

<file path=ppt/slides/slide3.xml><?xml version="1.0" encoding="UTF-8" standalone="yes"?>
<p:sld xmlns:p="http://schemas.openxmlformats.org/presentationml/2006/main" xmlns:r="http://schemas.openxmlformats.org/officeDocument/2006/relationships">
<p:cSld>
<p:bg>
<p:bgPr><a:xfrm xmlns:a="http://schemas.openxmlformats.org/drawingml/2006/main"><a:off x="0" y="0"/><a:ext cx="9144000" cy="6858000"/></a:xfrm><a:prstFill><a:schemeClr val="bg1"/></a:prstFill><a:effectLst/></p:bgPr>
</p:bg>
<p:spTree>
<p:nvGrpSpPr><p:cNvPr id="1" name="Group 1"/><p:cNvGrpSpPr/><p:nvPr/></p:nvGrpSpPr>
<p:grpSpPr><a:xfrm xmlns:a="http://schemas.openxmlformats.org/drawingml/2006/main"><a:off x="0" y="0"/><a:ext cx="9144000" cy="6858000"/><a:chOff x="0" y="0"/><a:chExt cx="9144000" cy="6858000"/></a:xfrm></p:grpSpPr>
<p:sp>
<p:nvSpPr><p:cNvPr id="2" name="Title"/><p:cNvSpPr><a:spLocks noGrp="1" xmlns:a="http://schemas.openxmlformats.org/drawingml/2006/main"/></p:cNvSpPr><p:nvPr/></p:nvSpPr>
<p:spPr><a:xfrm xmlns:a="http://schemas.openxmlformats.org/drawingml/2006/main"><a:off x="457200" y="457200"/><a:ext cx="8229600" cy="943200"/></a:xfrm><a:prstGeom prst="rect"><a:avLst/></a:prstGeom><a:noFill/></p:spPr>
<p:txBody><a:bodyPr xmlns:a="http://schemas.openxmlformats.org/drawingml/2006/main" anchor="ctr"/><a:lstStyle/><a:p><a:r><a:rPr lang="en-US" sz="4400" dirty="0"/><a:t>Slide 3: AI LLMs Presentation</a:t></a:r></a:p></p:txBody>
</p:sp>
<p:sp>
<p:nvSpPr><p:cNvPr id="3" name="Content"/><p:cNvSpPr><a:spLocks noGrp="1" xmlns:a="http://schemas.openxmlformats.org/drawingml/2006/main"/></p:cNvSpPr><p:nvPr/></p:nvSpPr>
<p:spPr><a:xfrm xmlns:a="http://schemas.openxmlformats.org/drawingml/2006/main"><a:off x="457200" y="1400400"/><a:ext cx="8229600" cy="5057400"/></a:xfrm><a:prstGeom prst="rect"><a:avLst/></a:prstGeom><a:noFill/></p:spPr>
<p:txBody><a:bodyPr xmlns:a="http://schemas.openxmlformats.org/drawingml/2006/main" anchor="t" wrap="square"/><a:lstStyle/><a:p><a:r><a:rPr lang="en-US" sz="2800" dirty="0"/><a:t> Slide 3 of 12   Base Models: The Raw Foundation  A Base Model is an LLM trained purely on predicting the next word in a sequence. It's the raw engine.   🔍 How It Works  Trained on billions of words f</a:t></a:r></a:p></p:txBody>
</p:sp>
</p:spTree>
</p:cSld>
<p:clrMapOvr><a:masterClrMapping xmlns:a="http://schemas.openxmlformats.org/drawingml/2006/main"/></p:clrMapOvr>
</p:sld>
</file>

<file path=ppt/slides/slide4.xml><?xml version="1.0" encoding="UTF-8" standalone="yes"?>
<p:sld xmlns:p="http://schemas.openxmlformats.org/presentationml/2006/main" xmlns:r="http://schemas.openxmlformats.org/officeDocument/2006/relationships">
<p:cSld>
<p:bg>
<p:bgPr><a:xfrm xmlns:a="http://schemas.openxmlformats.org/drawingml/2006/main"><a:off x="0" y="0"/><a:ext cx="9144000" cy="6858000"/></a:xfrm><a:prstFill><a:schemeClr val="bg1"/></a:prstFill><a:effectLst/></p:bgPr>
</p:bg>
<p:spTree>
<p:nvGrpSpPr><p:cNvPr id="1" name="Group 1"/><p:cNvGrpSpPr/><p:nvPr/></p:nvGrpSpPr>
<p:grpSpPr><a:xfrm xmlns:a="http://schemas.openxmlformats.org/drawingml/2006/main"><a:off x="0" y="0"/><a:ext cx="9144000" cy="6858000"/><a:chOff x="0" y="0"/><a:chExt cx="9144000" cy="6858000"/></a:xfrm></p:grpSpPr>
<p:sp>
<p:nvSpPr><p:cNvPr id="2" name="Title"/><p:cNvSpPr><a:spLocks noGrp="1" xmlns:a="http://schemas.openxmlformats.org/drawingml/2006/main"/></p:cNvSpPr><p:nvPr/></p:nvSpPr>
<p:spPr><a:xfrm xmlns:a="http://schemas.openxmlformats.org/drawingml/2006/main"><a:off x="457200" y="457200"/><a:ext cx="8229600" cy="943200"/></a:xfrm><a:prstGeom prst="rect"><a:avLst/></a:prstGeom><a:noFill/></p:spPr>
<p:txBody><a:bodyPr xmlns:a="http://schemas.openxmlformats.org/drawingml/2006/main" anchor="ctr"/><a:lstStyle/><a:p><a:r><a:rPr lang="en-US" sz="4400" dirty="0"/><a:t>Slide 4: AI LLMs Presentation</a:t></a:r></a:p></p:txBody>
</p:sp>
<p:sp>
<p:nvSpPr><p:cNvPr id="3" name="Content"/><p:cNvSpPr><a:spLocks noGrp="1" xmlns:a="http://schemas.openxmlformats.org/drawingml/2006/main"/></p:cNvSpPr><p:nvPr/></p:nvSpPr>
<p:spPr><a:xfrm xmlns:a="http://schemas.openxmlformats.org/drawingml/2006/main"><a:off x="457200" y="1400400"/><a:ext cx="8229600" cy="5057400"/></a:xfrm><a:prstGeom prst="rect"><a:avLst/></a:prstGeom><a:noFill/></p:spPr>
<p:txBody><a:bodyPr xmlns:a="http://schemas.openxmlformats.org/drawingml/2006/main" anchor="t" wrap="square"/><a:lstStyle/><a:p><a:r><a:rPr lang="en-US" sz="2800" dirty="0"/><a:t> Slide 4 of 12   Chat & Instruct Models: Ready to Talk  A Chat Model is a Base Model that's been fine-tuned to understand instructions and have conversations. It's "trained to be helpful."   🤖 How It'</a:t></a:r></a:p></p:txBody>
</p:sp>
</p:spTree>
</p:cSld>
<p:clrMapOvr><a:masterClrMapping xmlns:a="http://schemas.openxmlformats.org/drawingml/2006/main"/></p:clrMapOvr>
</p:sld>
</file>

<file path=ppt/slides/slide5.xml><?xml version="1.0" encoding="UTF-8" standalone="yes"?>
<p:sld xmlns:p="http://schemas.openxmlformats.org/presentationml/2006/main" xmlns:r="http://schemas.openxmlformats.org/officeDocument/2006/relationships">
<p:cSld>
<p:bg>
<p:bgPr><a:xfrm xmlns:a="http://schemas.openxmlformats.org/drawingml/2006/main"><a:off x="0" y="0"/><a:ext cx="9144000" cy="6858000"/></a:xfrm><a:prstFill><a:schemeClr val="bg1"/></a:prstFill><a:effectLst/></p:bgPr>
</p:bg>
<p:spTree>
<p:nvGrpSpPr><p:cNvPr id="1" name="Group 1"/><p:cNvGrpSpPr/><p:nvPr/></p:nvGrpSpPr>
<p:grpSpPr><a:xfrm xmlns:a="http://schemas.openxmlformats.org/drawingml/2006/main"><a:off x="0" y="0"/><a:ext cx="9144000" cy="6858000"/><a:chOff x="0" y="0"/><a:chExt cx="9144000" cy="6858000"/></a:xfrm></p:grpSpPr>
<p:sp>
<p:nvSpPr><p:cNvPr id="2" name="Title"/><p:cNvSpPr><a:spLocks noGrp="1" xmlns:a="http://schemas.openxmlformats.org/drawingml/2006/main"/></p:cNvSpPr><p:nvPr/></p:nvSpPr>
<p:spPr><a:xfrm xmlns:a="http://schemas.openxmlformats.org/drawingml/2006/main"><a:off x="457200" y="457200"/><a:ext cx="8229600" cy="943200"/></a:xfrm><a:prstGeom prst="rect"><a:avLst/></a:prstGeom><a:noFill/></p:spPr>
<p:txBody><a:bodyPr xmlns:a="http://schemas.openxmlformats.org/drawingml/2006/main" anchor="ctr"/><a:lstStyle/><a:p><a:r><a:rPr lang="en-US" sz="4400" dirty="0"/><a:t>Slide 5: AI LLMs Presentation</a:t></a:r></a:p></p:txBody>
</p:sp>
<p:sp>
<p:nvSpPr><p:cNvPr id="3" name="Content"/><p:cNvSpPr><a:spLocks noGrp="1" xmlns:a="http://schemas.openxmlformats.org/drawingml/2006/main"/></p:cNvSpPr><p:nvPr/></p:nvSpPr>
<p:spPr><a:xfrm xmlns:a="http://schemas.openxmlformats.org/drawingml/2006/main"><a:off x="457200" y="1400400"/><a:ext cx="8229600" cy="5057400"/></a:xfrm><a:prstGeom prst="rect"><a:avLst/></a:prstGeom><a:noFill/></p:spPr>
<p:txBody><a:bodyPr xmlns:a="http://schemas.openxmlformats.org/drawingml/2006/main" anchor="t" wrap="square"/><a:lstStyle/><a:p><a:r><a:rPr lang="en-US" sz="2800" dirty="0"/><a:t> Slide 5 of 12   Reasoning Models: The Deep Thinkers  A Reasoning Model is designed to "think through" hard problems step-by-step, spending more compute upfront to get better answers.   🧠 "Budget Forc</a:t></a:r></a:p></p:txBody>
</p:sp>
</p:spTree>
</p:cSld>
<p:clrMapOvr><a:masterClrMapping xmlns:a="http://schemas.openxmlformats.org/drawingml/2006/main"/></p:clrMapOvr>
</p:sld>
</file>

<file path=ppt/slides/slide6.xml><?xml version="1.0" encoding="UTF-8" standalone="yes"?>
<p:sld xmlns:p="http://schemas.openxmlformats.org/presentationml/2006/main" xmlns:r="http://schemas.openxmlformats.org/officeDocument/2006/relationships">
<p:cSld>
<p:bg>
<p:bgPr><a:xfrm xmlns:a="http://schemas.openxmlformats.org/drawingml/2006/main"><a:off x="0" y="0"/><a:ext cx="9144000" cy="6858000"/></a:xfrm><a:prstFill><a:schemeClr val="bg1"/></a:prstFill><a:effectLst/></p:bgPr>
</p:bg>
<p:spTree>
<p:nvGrpSpPr><p:cNvPr id="1" name="Group 1"/><p:cNvGrpSpPr/><p:nvPr/></p:nvGrpSpPr>
<p:grpSpPr><a:xfrm xmlns:a="http://schemas.openxmlformats.org/drawingml/2006/main"><a:off x="0" y="0"/><a:ext cx="9144000" cy="6858000"/><a:chOff x="0" y="0"/><a:chExt cx="9144000" cy="6858000"/></a:xfrm></p:grpSpPr>
<p:sp>
<p:nvSpPr><p:cNvPr id="2" name="Title"/><p:cNvSpPr><a:spLocks noGrp="1" xmlns:a="http://schemas.openxmlformats.org/drawingml/2006/main"/></p:cNvSpPr><p:nvPr/></p:nvSpPr>
<p:spPr><a:xfrm xmlns:a="http://schemas.openxmlformats.org/drawingml/2006/main"><a:off x="457200" y="457200"/><a:ext cx="8229600" cy="943200"/></a:xfrm><a:prstGeom prst="rect"><a:avLst/></a:prstGeom><a:noFill/></p:spPr>
<p:txBody><a:bodyPr xmlns:a="http://schemas.openxmlformats.org/drawingml/2006/main" anchor="ctr"/><a:lstStyle/><a:p><a:r><a:rPr lang="en-US" sz="4400" dirty="0"/><a:t>Slide 6: AI LLMs Presentation</a:t></a:r></a:p></p:txBody>
</p:sp>
<p:sp>
<p:nvSpPr><p:cNvPr id="3" name="Content"/><p:cNvSpPr><a:spLocks noGrp="1" xmlns:a="http://schemas.openxmlformats.org/drawingml/2006/main"/></p:cNvSpPr><p:nvPr/></p:nvSpPr>
<p:spPr><a:xfrm xmlns:a="http://schemas.openxmlformats.org/drawingml/2006/main"><a:off x="457200" y="1400400"/><a:ext cx="8229600" cy="5057400"/></a:xfrm><a:prstGeom prst="rect"><a:avLst/></a:prstGeom><a:noFill/></p:spPr>
<p:txBody><a:bodyPr xmlns:a="http://schemas.openxmlformats.org/drawingml/2006/main" anchor="t" wrap="square"/><a:lstStyle/><a:p><a:r><a:rPr lang="en-US" sz="2800" dirty="0"/><a:t> Slide 6 of 12   Frontier Models: Who's Leading?  These are the most advanced LLMs available today, each from major AI companies:    🟤 Anthropic  Claude Models Known for safety, reasoning, and detaile</a:t></a:r></a:p></p:txBody>
</p:sp>
</p:spTree>
</p:cSld>
<p:clrMapOvr><a:masterClrMapping xmlns:a="http://schemas.openxmlformats.org/drawingml/2006/main"/></p:clrMapOvr>
</p:sld>
</file>

<file path=ppt/slides/slide7.xml><?xml version="1.0" encoding="UTF-8" standalone="yes"?>
<p:sld xmlns:p="http://schemas.openxmlformats.org/presentationml/2006/main" xmlns:r="http://schemas.openxmlformats.org/officeDocument/2006/relationships">
<p:cSld>
<p:bg>
<p:bgPr><a:xfrm xmlns:a="http://schemas.openxmlformats.org/drawingml/2006/main"><a:off x="0" y="0"/><a:ext cx="9144000" cy="6858000"/></a:xfrm><a:prstFill><a:schemeClr val="bg1"/></a:prstFill><a:effectLst/></p:bgPr>
</p:bg>
<p:spTree>
<p:nvGrpSpPr><p:cNvPr id="1" name="Group 1"/><p:cNvGrpSpPr/><p:nvPr/></p:nvGrpSpPr>
<p:grpSpPr><a:xfrm xmlns:a="http://schemas.openxmlformats.org/drawingml/2006/main"><a:off x="0" y="0"/><a:ext cx="9144000" cy="6858000"/><a:chOff x="0" y="0"/><a:chExt cx="9144000" cy="6858000"/></a:xfrm></p:grpSpPr>
<p:sp>
<p:nvSpPr><p:cNvPr id="2" name="Title"/><p:cNvSpPr><a:spLocks noGrp="1" xmlns:a="http://schemas.openxmlformats.org/drawingml/2006/main"/></p:cNvSpPr><p:nvPr/></p:nvSpPr>
<p:spPr><a:xfrm xmlns:a="http://schemas.openxmlformats.org/drawingml/2006/main"><a:off x="457200" y="457200"/><a:ext cx="8229600" cy="943200"/></a:xfrm><a:prstGeom prst="rect"><a:avLst/></a:prstGeom><a:noFill/></p:spPr>
<p:txBody><a:bodyPr xmlns:a="http://schemas.openxmlformats.org/drawingml/2006/main" anchor="ctr"/><a:lstStyle/><a:p><a:r><a:rPr lang="en-US" sz="4400" dirty="0"/><a:t>Slide 7: AI LLMs Presentation</a:t></a:r></a:p></p:txBody>
</p:sp>
<p:sp>
<p:nvSpPr><p:cNvPr id="3" name="Content"/><p:cNvSpPr><a:spLocks noGrp="1" xmlns:a="http://schemas.openxmlformats.org/drawingml/2006/main"/></p:cNvSpPr><p:nvPr/></p:nvSpPr>
<p:spPr><a:xfrm xmlns:a="http://schemas.openxmlformats.org/drawingml/2006/main"><a:off x="457200" y="1400400"/><a:ext cx="8229600" cy="5057400"/></a:xfrm><a:prstGeom prst="rect"><a:avLst/></a:prstGeom><a:noFill/></p:spPr>
<p:txBody><a:bodyPr xmlns:a="http://schemas.openxmlformats.org/drawingml/2006/main" anchor="t" wrap="square"/><a:lstStyle/><a:p><a:r><a:rPr lang="en-US" sz="2800" dirty="0"/><a:t> Slide 7 of 12   Why Frontier LLMs Are Mind-Blowing  What can these models actually do well?    📚 Synthesizing Information  Take complex topics and explain them clearly. Answer questions in depth with</a:t></a:r></a:p></p:txBody>
</p:sp>
</p:spTree>
</p:cSld>
<p:clrMapOvr><a:masterClrMapping xmlns:a="http://schemas.openxmlformats.org/drawingml/2006/main"/></p:clrMapOvr>
</p:sld>
</file>

<file path=ppt/slides/slide8.xml><?xml version="1.0" encoding="UTF-8" standalone="yes"?>
<p:sld xmlns:p="http://schemas.openxmlformats.org/presentationml/2006/main" xmlns:r="http://schemas.openxmlformats.org/officeDocument/2006/relationships">
<p:cSld>
<p:bg>
<p:bgPr><a:xfrm xmlns:a="http://schemas.openxmlformats.org/drawingml/2006/main"><a:off x="0" y="0"/><a:ext cx="9144000" cy="6858000"/></a:xfrm><a:prstFill><a:schemeClr val="bg1"/></a:prstFill><a:effectLst/></p:bgPr>
</p:bg>
<p:spTree>
<p:nvGrpSpPr><p:cNvPr id="1" name="Group 1"/><p:cNvGrpSpPr/><p:nvPr/></p:nvGrpSpPr>
<p:grpSpPr><a:xfrm xmlns:a="http://schemas.openxmlformats.org/drawingml/2006/main"><a:off x="0" y="0"/><a:ext cx="9144000" cy="6858000"/><a:chOff x="0" y="0"/><a:chExt cx="9144000" cy="6858000"/></a:xfrm></p:grpSpPr>
<p:sp>
<p:nvSpPr><p:cNvPr id="2" name="Title"/><p:cNvSpPr><a:spLocks noGrp="1" xmlns:a="http://schemas.openxmlformats.org/drawingml/2006/main"/></p:cNvSpPr><p:nvPr/></p:nvSpPr>
<p:spPr><a:xfrm xmlns:a="http://schemas.openxmlformats.org/drawingml/2006/main"><a:off x="457200" y="457200"/><a:ext cx="8229600" cy="943200"/></a:xfrm><a:prstGeom prst="rect"><a:avLst/></a:prstGeom><a:noFill/></p:spPr>
<p:txBody><a:bodyPr xmlns:a="http://schemas.openxmlformats.org/drawingml/2006/main" anchor="ctr"/><a:lstStyle/><a:p><a:r><a:rPr lang="en-US" sz="4400" dirty="0"/><a:t>Slide 8: AI LLMs Presentation</a:t></a:r></a:p></p:txBody>
</p:sp>
<p:sp>
<p:nvSpPr><p:cNvPr id="3" name="Content"/><p:cNvSpPr><a:spLocks noGrp="1" xmlns:a="http://schemas.openxmlformats.org/drawingml/2006/main"/></p:cNvSpPr><p:nvPr/></p:nvSpPr>
<p:spPr><a:xfrm xmlns:a="http://schemas.openxmlformats.org/drawingml/2006/main"><a:off x="457200" y="1400400"/><a:ext cx="8229600" cy="5057400"/></a:xfrm><a:prstGeom prst="rect"><a:avLst/></a:prstGeom><a:noFill/></p:spPr>
<p:txBody><a:bodyPr xmlns:a="http://schemas.openxmlformats.org/drawingml/2006/main" anchor="t" wrap="square"/><a:lstStyle/><a:p><a:r><a:rPr lang="en-US" sz="2800" dirty="0"/><a:t> Slide 8 of 12   Limitations: What They CAN'T Do  Frontier models are powerful, but they have real constraints:    📖 Specialized Domains  Not PhD-level in niche fields. Limited knowledge in highly spe</a:t></a:r></a:p></p:txBody>
</p:sp>
</p:spTree>
</p:cSld>
<p:clrMapOvr><a:masterClrMapping xmlns:a="http://schemas.openxmlformats.org/drawingml/2006/main"/></p:clrMapOvr>
</p:sld>
</file>

<file path=ppt/slides/slide9.xml><?xml version="1.0" encoding="UTF-8" standalone="yes"?>
<p:sld xmlns:p="http://schemas.openxmlformats.org/presentationml/2006/main" xmlns:r="http://schemas.openxmlformats.org/officeDocument/2006/relationships">
<p:cSld>
<p:bg>
<p:bgPr><a:xfrm xmlns:a="http://schemas.openxmlformats.org/drawingml/2006/main"><a:off x="0" y="0"/><a:ext cx="9144000" cy="6858000"/></a:xfrm><a:prstFill><a:schemeClr val="bg1"/></a:prstFill><a:effectLst/></p:bgPr>
</p:bg>
<p:spTree>
<p:nvGrpSpPr><p:cNvPr id="1" name="Group 1"/><p:cNvGrpSpPr/><p:nvPr/></p:nvGrpSpPr>
<p:grpSpPr><a:xfrm xmlns:a="http://schemas.openxmlformats.org/drawingml/2006/main"><a:off x="0" y="0"/><a:ext cx="9144000" cy="6858000"/><a:chOff x="0" y="0"/><a:chExt cx="9144000" cy="6858000"/></a:xfrm></p:grpSpPr>
<p:sp>
<p:nvSpPr><p:cNvPr id="2" name="Title"/><p:cNvSpPr><a:spLocks noGrp="1" xmlns:a="http://schemas.openxmlformats.org/drawingml/2006/main"/></p:cNvSpPr><p:nvPr/></p:nvSpPr>
<p:spPr><a:xfrm xmlns:a="http://schemas.openxmlformats.org/drawingml/2006/main"><a:off x="457200" y="457200"/><a:ext cx="8229600" cy="943200"/></a:xfrm><a:prstGeom prst="rect"><a:avLst/></a:prstGeom><a:noFill/></p:spPr>
<p:txBody><a:bodyPr xmlns:a="http://schemas.openxmlformats.org/drawingml/2006/main" anchor="ctr"/><a:lstStyle/><a:p><a:r><a:rPr lang="en-US" sz="4400" dirty="0"/><a:t>Slide 9: AI LLMs Presentation</a:t></a:r></a:p></p:txBody>
</p:sp>
<p:sp>
<p:nvSpPr><p:cNvPr id="3" name="Content"/><p:cNvSpPr><a:spLocks noGrp="1" xmlns:a="http://schemas.openxmlformats.org/drawingml/2006/main"/></p:cNvSpPr><p:nvPr/></p:nvSpPr>
<p:spPr><a:xfrm xmlns:a="http://schemas.openxmlformats.org/drawingml/2006/main"><a:off x="457200" y="1400400"/><a:ext cx="8229600" cy="5057400"/></a:xfrm><a:prstGeom prst="rect"><a:avLst/></a:prstGeom><a:noFill/></p:spPr>
<p:txBody><a:bodyPr xmlns:a="http://schemas.openxmlformats.org/drawingml/2006/main" anchor="t" wrap="square"/><a:lstStyle/><a:p><a:r><a:rPr lang="en-US" sz="2800" dirty="0"/><a:t> Slide 9 of 12   Choosing the Right Model for Your Task  Here's a practical decision framework:   ❓ Ask Yourself These Questions   1. How complex is the task? (Simple = Chat, Complex = Reasoning)  2. </a:t></a:r></a:p></p:txBody>
</p:sp>
</p:spTree>
</p:cSld>
<p:clrMapOvr><a:masterClrMapping xmlns:a="http://schemas.openxmlformats.org/drawingml/2006/main"/></p:clrMapOvr>
</p:sld>
</file>

<file path=ppt/slides/slide10.xml><?xml version="1.0" encoding="UTF-8" standalone="yes"?>
<p:sld xmlns:p="http://schemas.openxmlformats.org/presentationml/2006/main" xmlns:r="http://schemas.openxmlformats.org/officeDocument/2006/relationships">
<p:cSld>
<p:bg>
<p:bgPr><a:xfrm xmlns:a="http://schemas.openxmlformats.org/drawingml/2006/main"><a:off x="0" y="0"/><a:ext cx="9144000" cy="6858000"/></a:xfrm><a:prstFill><a:schemeClr val="bg1"/></a:prstFill><a:effectLst/></p:bgPr>
</p:bg>
<p:spTree>
<p:nvGrpSpPr><p:cNvPr id="1" name="Group 1"/><p:cNvGrpSpPr/><p:nvPr/></p:nvGrpSpPr>
<p:grpSpPr><a:xfrm xmlns:a="http://schemas.openxmlformats.org/drawingml/2006/main"><a:off x="0" y="0"/><a:ext cx="9144000" cy="6858000"/><a:chOff x="0" y="0"/><a:chExt cx="9144000" cy="6858000"/></a:xfrm></p:grpSpPr>
<p:sp>
<p:nvSpPr><p:cNvPr id="2" name="Title"/><p:cNvSpPr><a:spLocks noGrp="1" xmlns:a="http://schemas.openxmlformats.org/drawingml/2006/main"/></p:cNvSpPr><p:nvPr/></p:nvSpPr>
<p:spPr><a:xfrm xmlns:a="http://schemas.openxmlformats.org/drawingml/2006/main"><a:off x="457200" y="457200"/><a:ext cx="8229600" cy="943200"/></a:xfrm><a:prstGeom prst="rect"><a:avLst/></a:prstGeom><a:noFill/></p:spPr>
<p:txBody><a:bodyPr xmlns:a="http://schemas.openxmlformats.org/drawingml/2006/main" anchor="ctr"/><a:lstStyle/><a:p><a:r><a:rPr lang="en-US" sz="4400" dirty="0"/><a:t>Slide 10: AI LLMs Presentation</a:t></a:r></a:p></p:txBody>
</p:sp>
<p:sp>
<p:nvSpPr><p:cNvPr id="3" name="Content"/><p:cNvSpPr><a:spLocks noGrp="1" xmlns:a="http://schemas.openxmlformats.org/drawingml/2006/main"/></p:cNvSpPr><p:nvPr/></p:nvSpPr>
<p:spPr><a:xfrm xmlns:a="http://schemas.openxmlformats.org/drawingml/2006/main"><a:off x="457200" y="1400400"/><a:ext cx="8229600" cy="5057400"/></a:xfrm><a:prstGeom prst="rect"><a:avLst/></a:prstGeom><a:noFill/></p:spPr>
<p:txBody><a:bodyPr xmlns:a="http://schemas.openxmlformats.org/drawingml/2006/main" anchor="t" wrap="square"/><a:lstStyle/><a:p><a:r><a:rPr lang="en-US" sz="2800" dirty="0"/><a:t> Slide 10 of 12   Real-World Use Cases for Students  How you can actually use this stuff right now:   📝 Assignment Help  Use Chat Models to brainstorm essay outlines, explain difficult concepts, or de</a:t></a:r></a:p></p:txBody>
</p:sp>
</p:spTree>
</p:cSld>
<p:clrMapOvr><a:masterClrMapping xmlns:a="http://schemas.openxmlformats.org/drawingml/2006/main"/></p:clrMapOvr>
</p:sld>
</file>

<file path=ppt/slides/slide11.xml><?xml version="1.0" encoding="UTF-8" standalone="yes"?>
<p:sld xmlns:p="http://schemas.openxmlformats.org/presentationml/2006/main" xmlns:r="http://schemas.openxmlformats.org/officeDocument/2006/relationships">
<p:cSld>
<p:bg>
<p:bgPr><a:xfrm xmlns:a="http://schemas.openxmlformats.org/drawingml/2006/main"><a:off x="0" y="0"/><a:ext cx="9144000" cy="6858000"/></a:xfrm><a:prstFill><a:schemeClr val="bg1"/></a:prstFill><a:effectLst/></p:bgPr>
</p:bg>
<p:spTree>
<p:nvGrpSpPr><p:cNvPr id="1" name="Group 1"/><p:cNvGrpSpPr/><p:nvPr/></p:nvGrpSpPr>
<p:grpSpPr><a:xfrm xmlns:a="http://schemas.openxmlformats.org/drawingml/2006/main"><a:off x="0" y="0"/><a:ext cx="9144000" cy="6858000"/><a:chOff x="0" y="0"/><a:chExt cx="9144000" cy="6858000"/></a:xfrm></p:grpSpPr>
<p:sp>
<p:nvSpPr><p:cNvPr id="2" name="Title"/><p:cNvSpPr><a:spLocks noGrp="1" xmlns:a="http://schemas.openxmlformats.org/drawingml/2006/main"/></p:cNvSpPr><p:nvPr/></p:nvSpPr>
<p:spPr><a:xfrm xmlns:a="http://schemas.openxmlformats.org/drawingml/2006/main"><a:off x="457200" y="457200"/><a:ext cx="8229600" cy="943200"/></a:xfrm><a:prstGeom prst="rect"><a:avLst/></a:prstGeom><a:noFill/></p:spPr>
<p:txBody><a:bodyPr xmlns:a="http://schemas.openxmlformats.org/drawingml/2006/main" anchor="ctr"/><a:lstStyle/><a:p><a:r><a:rPr lang="en-US" sz="4400" dirty="0"/><a:t>Slide 11: AI LLMs Presentation</a:t></a:r></a:p></p:txBody>
</p:sp>
<p:sp>
<p:nvSpPr><p:cNvPr id="3" name="Content"/><p:cNvSpPr><a:spLocks noGrp="1" xmlns:a="http://schemas.openxmlformats.org/drawingml/2006/main"/></p:cNvSpPr><p:nvPr/></p:nvSpPr>
<p:spPr><a:xfrm xmlns:a="http://schemas.openxmlformats.org/drawingml/2006/main"><a:off x="457200" y="1400400"/><a:ext cx="8229600" cy="5057400"/></a:xfrm><a:prstGeom prst="rect"><a:avLst/></a:prstGeom><a:noFill/></p:spPr>
<p:txBody><a:bodyPr xmlns:a="http://schemas.openxmlformats.org/drawingml/2006/main" anchor="t" wrap="square"/><a:lstStyle/><a:p><a:r><a:rPr lang="en-US" sz="2800" dirty="0"/><a:t> Slide 11 of 12   Advanced Features: Deep Research & Agents  Some models like Claude have powerful advanced capabilities:    🔬 Deep Research Mode  Claude can plan a research task, execute multiple par</a:t></a:r></a:p></p:txBody>
</p:sp>
</p:spTree>
</p:cSld>
<p:clrMapOvr><a:masterClrMapping xmlns:a="http://schemas.openxmlformats.org/drawingml/2006/main"/>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BEBEB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yperlink>
        <a:srgbClr val="0563C1"/>
      </a:hyperlink>
      <a:folHyperlink>
        <a:srgbClr val="954F72"/>
      </a:folHyperlink>
    </a:clrScheme>
  </a:themeElements>
</a:theme>
</file>

<file path=docProps/app.xml><?xml version="1.0" encoding="utf-8"?>
<Properties xmlns="http://schemas.openxmlformats.org/officeDocument/2006/custom-properties">
  <TotalTime>0</TotalTime>
  <Slides>11</Slides>
</Properties>
</file>

<file path=docProps/core.xml><?xml version="1.0" encoding="utf-8"?>
<cp:coreProperties xmlns:cp="http://schemas.openxmlformats.org/officeDocument/2006/metadata/core-properties" xmlns:dc="http://purl.org/dc/elements/1.1/">
  <dc:title>Understanding LLMs: From Basics to Frontier Models</dc:title>
  <dc:subject>AI and Large Language Models</dc:subject>
  <dc:creator>Student Presentation</dc:creator>
</cp:coreProperties>
</file>